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 rot="1035">
            <a:off x="657678" y="3735936"/>
            <a:ext cx="1992000" cy="866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C130 Training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609456" y="2571751"/>
            <a:ext cx="2629800" cy="1157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Swamp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538457" y="1414651"/>
            <a:ext cx="2629800" cy="1157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Swamp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239256" y="2571751"/>
            <a:ext cx="2629800" cy="1157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Suburb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