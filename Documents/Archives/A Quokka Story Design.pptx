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1253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1924-F49B-4513-613F-711277DB9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57788-DA51-8462-B9E4-06757EA00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84064-032A-957E-84EF-16DF3BAA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B3E3B-C2D4-6191-3E68-1313EED3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9484C-6FBC-037F-FD6D-9F3A751D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1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BC7C-B482-8417-C87E-FECD8ADE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ACA27-CE5F-B106-0C05-5FF80E01E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24410-BB4B-88FE-CFEC-C967E064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45A23-90AF-045D-A1AD-6D002303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D9692-1992-A060-B266-B4A462CC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7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535E-E8F0-D115-F0D6-E6025C31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EEB94-8DB6-5176-1B42-BA1CA51BE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B5355-0FE1-517A-F0D0-8E374088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6E544-AFC4-F97C-6580-614180DE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6FA8-92D3-8F3C-D890-926D6E2C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6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B04F-9983-2338-95C1-E7E43B53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28D88-9FE5-8819-2861-01F311811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D47D9-9D2C-2238-F27F-3EEB79326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AC267-EE89-4B00-5FCC-9F489BE6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2B1FA-63A7-E00E-9F99-8C4F2332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F0CE1-C011-6082-6D4B-946CC23D8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7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2ABF-D594-562D-50A8-27927C2DF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01C79-1467-3384-6D03-A596B81B0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1E7DE-7872-496D-47E3-85CAA88E1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ECF0F-6053-4D4E-1EB3-4CDA0F2A7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CA90A-6CD2-B5AE-30D9-AB7920DAF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09E5AB-73F2-F20B-C63F-20E81133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ECBD8-A72B-CEAA-207A-CC831EB3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4EFBF-29A7-C6B0-54C0-BDFDA764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6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64A7-0F0E-EC7F-299D-25B7DCD6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7A3F48-A0D9-E467-2447-9D55B1A8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72DE17-1C71-E71D-1037-357C85F4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9B2AF-9D8B-F175-E834-9487BE8B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25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6F8F3-F17A-02BD-929D-76C1D6AE9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38EF9E-8A48-BC0E-183A-DC3EC3BF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72488-6323-9F2C-644A-269F0777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0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E2B8-6241-A10F-C72D-FA613001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B16D8-2FA5-2014-A8AE-F7FEC8C3F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7F9F5-E024-267E-AA87-8C2BFDBC1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2581B-68E8-3873-1D65-DDF5332AD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634D6-CE63-916D-AB15-B54DD93AB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D7F96-EF84-4CB8-DCA9-B9DAFB8BE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3B5B-643D-97F7-4F24-F6AC7B51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0F5704-F514-7619-8C9B-54347B71A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1ABCC-9BAD-0D53-5068-A628B8E22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6081E-ABAC-5B7F-8DEF-77E32CD5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54B04-8802-562A-D40D-A815D46D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29392-E203-7CC0-F1E5-26BA6982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9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9D10-0D09-2C9A-A84F-2647A868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04EB7-7647-7D82-994D-6BCA5D875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9D8B3-1ED2-46E6-DCBF-05C333A7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2816A-77F5-85B5-49FD-9E638C71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69147-D327-6DC0-0040-2DAF8A3D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2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9C1731-728A-8A6F-1CF7-219E586B3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D2434-A74E-F672-7AD8-7BE175D3D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67436-0596-C4B9-DB97-E6892A7D1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DFAEF-74F0-FADA-7F14-12236F9FF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91926-79FE-5E48-B085-EB3AADEE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E94AFA-1074-4D77-2737-B030D098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C831F-4B54-9CB5-21A2-D798A68AC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2A150-EB13-9B4D-9D97-94CB0D96D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CA9D5-17F7-42D2-916C-C9A3AE1958E2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7E596-D70D-A0BE-FE81-A15380ADAB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FAF45-BC46-85D1-87A3-24329E3C2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B16C7F-840F-437F-9341-201D030BE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62552E-401C-B638-683F-0812B0644712}"/>
              </a:ext>
            </a:extLst>
          </p:cNvPr>
          <p:cNvSpPr/>
          <p:nvPr/>
        </p:nvSpPr>
        <p:spPr>
          <a:xfrm>
            <a:off x="6991113" y="1617570"/>
            <a:ext cx="4064639" cy="20487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Swamp Day</a:t>
            </a:r>
          </a:p>
          <a:p>
            <a:pPr algn="ctr"/>
            <a:r>
              <a:rPr lang="en-US" dirty="0"/>
              <a:t>GI Joey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080A4-C8DC-6621-13A8-0F477B7CAA73}"/>
              </a:ext>
            </a:extLst>
          </p:cNvPr>
          <p:cNvSpPr/>
          <p:nvPr/>
        </p:nvSpPr>
        <p:spPr>
          <a:xfrm>
            <a:off x="3391382" y="1617571"/>
            <a:ext cx="3599731" cy="20487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Swamp Night</a:t>
            </a:r>
          </a:p>
          <a:p>
            <a:pPr algn="ctr"/>
            <a:r>
              <a:rPr lang="en-US" dirty="0"/>
              <a:t>Ballet</a:t>
            </a: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1B8F01C2-34DB-440E-1159-04417FC5784F}"/>
              </a:ext>
            </a:extLst>
          </p:cNvPr>
          <p:cNvSpPr/>
          <p:nvPr/>
        </p:nvSpPr>
        <p:spPr>
          <a:xfrm rot="5400000">
            <a:off x="2471203" y="214144"/>
            <a:ext cx="2685321" cy="2754768"/>
          </a:xfrm>
          <a:custGeom>
            <a:avLst/>
            <a:gdLst>
              <a:gd name="connsiteX0" fmla="*/ 3 w 3078866"/>
              <a:gd name="connsiteY0" fmla="*/ 1052228 h 2754775"/>
              <a:gd name="connsiteX1" fmla="*/ 1176029 w 3078866"/>
              <a:gd name="connsiteY1" fmla="*/ 1052235 h 2754775"/>
              <a:gd name="connsiteX2" fmla="*/ 1539433 w 3078866"/>
              <a:gd name="connsiteY2" fmla="*/ 0 h 2754775"/>
              <a:gd name="connsiteX3" fmla="*/ 1902837 w 3078866"/>
              <a:gd name="connsiteY3" fmla="*/ 1052235 h 2754775"/>
              <a:gd name="connsiteX4" fmla="*/ 3078863 w 3078866"/>
              <a:gd name="connsiteY4" fmla="*/ 1052228 h 2754775"/>
              <a:gd name="connsiteX5" fmla="*/ 2127434 w 3078866"/>
              <a:gd name="connsiteY5" fmla="*/ 1702537 h 2754775"/>
              <a:gd name="connsiteX6" fmla="*/ 2490853 w 3078866"/>
              <a:gd name="connsiteY6" fmla="*/ 2754768 h 2754775"/>
              <a:gd name="connsiteX7" fmla="*/ 1539433 w 3078866"/>
              <a:gd name="connsiteY7" fmla="*/ 2104446 h 2754775"/>
              <a:gd name="connsiteX8" fmla="*/ 588013 w 3078866"/>
              <a:gd name="connsiteY8" fmla="*/ 2754768 h 2754775"/>
              <a:gd name="connsiteX9" fmla="*/ 951432 w 3078866"/>
              <a:gd name="connsiteY9" fmla="*/ 1702537 h 2754775"/>
              <a:gd name="connsiteX10" fmla="*/ 3 w 3078866"/>
              <a:gd name="connsiteY10" fmla="*/ 1052228 h 2754775"/>
              <a:gd name="connsiteX0" fmla="*/ 0 w 3078860"/>
              <a:gd name="connsiteY0" fmla="*/ 1052228 h 2963112"/>
              <a:gd name="connsiteX1" fmla="*/ 1176026 w 3078860"/>
              <a:gd name="connsiteY1" fmla="*/ 1052235 h 2963112"/>
              <a:gd name="connsiteX2" fmla="*/ 1539430 w 3078860"/>
              <a:gd name="connsiteY2" fmla="*/ 0 h 2963112"/>
              <a:gd name="connsiteX3" fmla="*/ 1902834 w 3078860"/>
              <a:gd name="connsiteY3" fmla="*/ 1052235 h 2963112"/>
              <a:gd name="connsiteX4" fmla="*/ 3078860 w 3078860"/>
              <a:gd name="connsiteY4" fmla="*/ 1052228 h 2963112"/>
              <a:gd name="connsiteX5" fmla="*/ 2127431 w 3078860"/>
              <a:gd name="connsiteY5" fmla="*/ 1702537 h 2963112"/>
              <a:gd name="connsiteX6" fmla="*/ 2490850 w 3078860"/>
              <a:gd name="connsiteY6" fmla="*/ 2754768 h 2963112"/>
              <a:gd name="connsiteX7" fmla="*/ 1539430 w 3078860"/>
              <a:gd name="connsiteY7" fmla="*/ 2104446 h 2963112"/>
              <a:gd name="connsiteX8" fmla="*/ 1571858 w 3078860"/>
              <a:gd name="connsiteY8" fmla="*/ 2963112 h 2963112"/>
              <a:gd name="connsiteX9" fmla="*/ 951429 w 3078860"/>
              <a:gd name="connsiteY9" fmla="*/ 1702537 h 2963112"/>
              <a:gd name="connsiteX10" fmla="*/ 0 w 3078860"/>
              <a:gd name="connsiteY10" fmla="*/ 1052228 h 2963112"/>
              <a:gd name="connsiteX0" fmla="*/ 0 w 3078860"/>
              <a:gd name="connsiteY0" fmla="*/ 1052228 h 3009411"/>
              <a:gd name="connsiteX1" fmla="*/ 1176026 w 3078860"/>
              <a:gd name="connsiteY1" fmla="*/ 1052235 h 3009411"/>
              <a:gd name="connsiteX2" fmla="*/ 1539430 w 3078860"/>
              <a:gd name="connsiteY2" fmla="*/ 0 h 3009411"/>
              <a:gd name="connsiteX3" fmla="*/ 1902834 w 3078860"/>
              <a:gd name="connsiteY3" fmla="*/ 1052235 h 3009411"/>
              <a:gd name="connsiteX4" fmla="*/ 3078860 w 3078860"/>
              <a:gd name="connsiteY4" fmla="*/ 1052228 h 3009411"/>
              <a:gd name="connsiteX5" fmla="*/ 2127431 w 3078860"/>
              <a:gd name="connsiteY5" fmla="*/ 1702537 h 3009411"/>
              <a:gd name="connsiteX6" fmla="*/ 1622749 w 3078860"/>
              <a:gd name="connsiteY6" fmla="*/ 3009411 h 3009411"/>
              <a:gd name="connsiteX7" fmla="*/ 1539430 w 3078860"/>
              <a:gd name="connsiteY7" fmla="*/ 2104446 h 3009411"/>
              <a:gd name="connsiteX8" fmla="*/ 1571858 w 3078860"/>
              <a:gd name="connsiteY8" fmla="*/ 2963112 h 3009411"/>
              <a:gd name="connsiteX9" fmla="*/ 951429 w 3078860"/>
              <a:gd name="connsiteY9" fmla="*/ 1702537 h 3009411"/>
              <a:gd name="connsiteX10" fmla="*/ 0 w 3078860"/>
              <a:gd name="connsiteY10" fmla="*/ 1052228 h 3009411"/>
              <a:gd name="connsiteX0" fmla="*/ 0 w 3078860"/>
              <a:gd name="connsiteY0" fmla="*/ 1052228 h 3009411"/>
              <a:gd name="connsiteX1" fmla="*/ 1176026 w 3078860"/>
              <a:gd name="connsiteY1" fmla="*/ 1052235 h 3009411"/>
              <a:gd name="connsiteX2" fmla="*/ 1539430 w 3078860"/>
              <a:gd name="connsiteY2" fmla="*/ 0 h 3009411"/>
              <a:gd name="connsiteX3" fmla="*/ 1902834 w 3078860"/>
              <a:gd name="connsiteY3" fmla="*/ 1052235 h 3009411"/>
              <a:gd name="connsiteX4" fmla="*/ 3078860 w 3078860"/>
              <a:gd name="connsiteY4" fmla="*/ 1052228 h 3009411"/>
              <a:gd name="connsiteX5" fmla="*/ 2127431 w 3078860"/>
              <a:gd name="connsiteY5" fmla="*/ 1702537 h 3009411"/>
              <a:gd name="connsiteX6" fmla="*/ 1622749 w 3078860"/>
              <a:gd name="connsiteY6" fmla="*/ 3009411 h 3009411"/>
              <a:gd name="connsiteX7" fmla="*/ 1571858 w 3078860"/>
              <a:gd name="connsiteY7" fmla="*/ 2963112 h 3009411"/>
              <a:gd name="connsiteX8" fmla="*/ 951429 w 3078860"/>
              <a:gd name="connsiteY8" fmla="*/ 1702537 h 3009411"/>
              <a:gd name="connsiteX9" fmla="*/ 0 w 3078860"/>
              <a:gd name="connsiteY9" fmla="*/ 1052228 h 3009411"/>
              <a:gd name="connsiteX0" fmla="*/ 0 w 3078860"/>
              <a:gd name="connsiteY0" fmla="*/ 1052228 h 3009411"/>
              <a:gd name="connsiteX1" fmla="*/ 1176026 w 3078860"/>
              <a:gd name="connsiteY1" fmla="*/ 1052235 h 3009411"/>
              <a:gd name="connsiteX2" fmla="*/ 1539430 w 3078860"/>
              <a:gd name="connsiteY2" fmla="*/ 0 h 3009411"/>
              <a:gd name="connsiteX3" fmla="*/ 1902834 w 3078860"/>
              <a:gd name="connsiteY3" fmla="*/ 1052235 h 3009411"/>
              <a:gd name="connsiteX4" fmla="*/ 3078860 w 3078860"/>
              <a:gd name="connsiteY4" fmla="*/ 1052228 h 3009411"/>
              <a:gd name="connsiteX5" fmla="*/ 2127431 w 3078860"/>
              <a:gd name="connsiteY5" fmla="*/ 1702537 h 3009411"/>
              <a:gd name="connsiteX6" fmla="*/ 1622749 w 3078860"/>
              <a:gd name="connsiteY6" fmla="*/ 3009411 h 3009411"/>
              <a:gd name="connsiteX7" fmla="*/ 1606582 w 3078860"/>
              <a:gd name="connsiteY7" fmla="*/ 3009411 h 3009411"/>
              <a:gd name="connsiteX8" fmla="*/ 951429 w 3078860"/>
              <a:gd name="connsiteY8" fmla="*/ 1702537 h 3009411"/>
              <a:gd name="connsiteX9" fmla="*/ 0 w 3078860"/>
              <a:gd name="connsiteY9" fmla="*/ 1052228 h 3009411"/>
              <a:gd name="connsiteX0" fmla="*/ 0 w 3078860"/>
              <a:gd name="connsiteY0" fmla="*/ 1052228 h 3009411"/>
              <a:gd name="connsiteX1" fmla="*/ 1176026 w 3078860"/>
              <a:gd name="connsiteY1" fmla="*/ 1052235 h 3009411"/>
              <a:gd name="connsiteX2" fmla="*/ 1539430 w 3078860"/>
              <a:gd name="connsiteY2" fmla="*/ 0 h 3009411"/>
              <a:gd name="connsiteX3" fmla="*/ 1902834 w 3078860"/>
              <a:gd name="connsiteY3" fmla="*/ 1052235 h 3009411"/>
              <a:gd name="connsiteX4" fmla="*/ 3078860 w 3078860"/>
              <a:gd name="connsiteY4" fmla="*/ 1052228 h 3009411"/>
              <a:gd name="connsiteX5" fmla="*/ 2127431 w 3078860"/>
              <a:gd name="connsiteY5" fmla="*/ 1702537 h 3009411"/>
              <a:gd name="connsiteX6" fmla="*/ 1622749 w 3078860"/>
              <a:gd name="connsiteY6" fmla="*/ 3009411 h 3009411"/>
              <a:gd name="connsiteX7" fmla="*/ 1606582 w 3078860"/>
              <a:gd name="connsiteY7" fmla="*/ 3009411 h 3009411"/>
              <a:gd name="connsiteX8" fmla="*/ 1240797 w 3078860"/>
              <a:gd name="connsiteY8" fmla="*/ 1737261 h 3009411"/>
              <a:gd name="connsiteX9" fmla="*/ 0 w 3078860"/>
              <a:gd name="connsiteY9" fmla="*/ 1052228 h 3009411"/>
              <a:gd name="connsiteX0" fmla="*/ 0 w 3078860"/>
              <a:gd name="connsiteY0" fmla="*/ 1052228 h 3009411"/>
              <a:gd name="connsiteX1" fmla="*/ 1176026 w 3078860"/>
              <a:gd name="connsiteY1" fmla="*/ 1052235 h 3009411"/>
              <a:gd name="connsiteX2" fmla="*/ 1539430 w 3078860"/>
              <a:gd name="connsiteY2" fmla="*/ 0 h 3009411"/>
              <a:gd name="connsiteX3" fmla="*/ 1902834 w 3078860"/>
              <a:gd name="connsiteY3" fmla="*/ 1052235 h 3009411"/>
              <a:gd name="connsiteX4" fmla="*/ 3078860 w 3078860"/>
              <a:gd name="connsiteY4" fmla="*/ 1052228 h 3009411"/>
              <a:gd name="connsiteX5" fmla="*/ 1930662 w 3078860"/>
              <a:gd name="connsiteY5" fmla="*/ 1702537 h 3009411"/>
              <a:gd name="connsiteX6" fmla="*/ 1622749 w 3078860"/>
              <a:gd name="connsiteY6" fmla="*/ 3009411 h 3009411"/>
              <a:gd name="connsiteX7" fmla="*/ 1606582 w 3078860"/>
              <a:gd name="connsiteY7" fmla="*/ 3009411 h 3009411"/>
              <a:gd name="connsiteX8" fmla="*/ 1240797 w 3078860"/>
              <a:gd name="connsiteY8" fmla="*/ 1737261 h 3009411"/>
              <a:gd name="connsiteX9" fmla="*/ 0 w 3078860"/>
              <a:gd name="connsiteY9" fmla="*/ 1052228 h 3009411"/>
              <a:gd name="connsiteX0" fmla="*/ 0 w 2916815"/>
              <a:gd name="connsiteY0" fmla="*/ 1052228 h 3009411"/>
              <a:gd name="connsiteX1" fmla="*/ 1176026 w 2916815"/>
              <a:gd name="connsiteY1" fmla="*/ 1052235 h 3009411"/>
              <a:gd name="connsiteX2" fmla="*/ 1539430 w 2916815"/>
              <a:gd name="connsiteY2" fmla="*/ 0 h 3009411"/>
              <a:gd name="connsiteX3" fmla="*/ 1902834 w 2916815"/>
              <a:gd name="connsiteY3" fmla="*/ 1052235 h 3009411"/>
              <a:gd name="connsiteX4" fmla="*/ 2916815 w 2916815"/>
              <a:gd name="connsiteY4" fmla="*/ 2105524 h 3009411"/>
              <a:gd name="connsiteX5" fmla="*/ 1930662 w 2916815"/>
              <a:gd name="connsiteY5" fmla="*/ 1702537 h 3009411"/>
              <a:gd name="connsiteX6" fmla="*/ 1622749 w 2916815"/>
              <a:gd name="connsiteY6" fmla="*/ 3009411 h 3009411"/>
              <a:gd name="connsiteX7" fmla="*/ 1606582 w 2916815"/>
              <a:gd name="connsiteY7" fmla="*/ 3009411 h 3009411"/>
              <a:gd name="connsiteX8" fmla="*/ 1240797 w 2916815"/>
              <a:gd name="connsiteY8" fmla="*/ 1737261 h 3009411"/>
              <a:gd name="connsiteX9" fmla="*/ 0 w 2916815"/>
              <a:gd name="connsiteY9" fmla="*/ 1052228 h 3009411"/>
              <a:gd name="connsiteX0" fmla="*/ 0 w 3020987"/>
              <a:gd name="connsiteY0" fmla="*/ 1688835 h 3009411"/>
              <a:gd name="connsiteX1" fmla="*/ 1280198 w 3020987"/>
              <a:gd name="connsiteY1" fmla="*/ 1052235 h 3009411"/>
              <a:gd name="connsiteX2" fmla="*/ 1643602 w 3020987"/>
              <a:gd name="connsiteY2" fmla="*/ 0 h 3009411"/>
              <a:gd name="connsiteX3" fmla="*/ 2007006 w 3020987"/>
              <a:gd name="connsiteY3" fmla="*/ 1052235 h 3009411"/>
              <a:gd name="connsiteX4" fmla="*/ 3020987 w 3020987"/>
              <a:gd name="connsiteY4" fmla="*/ 2105524 h 3009411"/>
              <a:gd name="connsiteX5" fmla="*/ 2034834 w 3020987"/>
              <a:gd name="connsiteY5" fmla="*/ 1702537 h 3009411"/>
              <a:gd name="connsiteX6" fmla="*/ 1726921 w 3020987"/>
              <a:gd name="connsiteY6" fmla="*/ 3009411 h 3009411"/>
              <a:gd name="connsiteX7" fmla="*/ 1710754 w 3020987"/>
              <a:gd name="connsiteY7" fmla="*/ 3009411 h 3009411"/>
              <a:gd name="connsiteX8" fmla="*/ 1344969 w 3020987"/>
              <a:gd name="connsiteY8" fmla="*/ 1737261 h 3009411"/>
              <a:gd name="connsiteX9" fmla="*/ 0 w 3020987"/>
              <a:gd name="connsiteY9" fmla="*/ 1688835 h 3009411"/>
              <a:gd name="connsiteX0" fmla="*/ 0 w 3287205"/>
              <a:gd name="connsiteY0" fmla="*/ 1688835 h 3009411"/>
              <a:gd name="connsiteX1" fmla="*/ 1280198 w 3287205"/>
              <a:gd name="connsiteY1" fmla="*/ 1052235 h 3009411"/>
              <a:gd name="connsiteX2" fmla="*/ 1643602 w 3287205"/>
              <a:gd name="connsiteY2" fmla="*/ 0 h 3009411"/>
              <a:gd name="connsiteX3" fmla="*/ 2007006 w 3287205"/>
              <a:gd name="connsiteY3" fmla="*/ 1052235 h 3009411"/>
              <a:gd name="connsiteX4" fmla="*/ 3287205 w 3287205"/>
              <a:gd name="connsiteY4" fmla="*/ 1677261 h 3009411"/>
              <a:gd name="connsiteX5" fmla="*/ 2034834 w 3287205"/>
              <a:gd name="connsiteY5" fmla="*/ 1702537 h 3009411"/>
              <a:gd name="connsiteX6" fmla="*/ 1726921 w 3287205"/>
              <a:gd name="connsiteY6" fmla="*/ 3009411 h 3009411"/>
              <a:gd name="connsiteX7" fmla="*/ 1710754 w 3287205"/>
              <a:gd name="connsiteY7" fmla="*/ 3009411 h 3009411"/>
              <a:gd name="connsiteX8" fmla="*/ 1344969 w 3287205"/>
              <a:gd name="connsiteY8" fmla="*/ 1737261 h 3009411"/>
              <a:gd name="connsiteX9" fmla="*/ 0 w 3287205"/>
              <a:gd name="connsiteY9" fmla="*/ 1688835 h 3009411"/>
              <a:gd name="connsiteX0" fmla="*/ 0 w 3287205"/>
              <a:gd name="connsiteY0" fmla="*/ 1688835 h 3009411"/>
              <a:gd name="connsiteX1" fmla="*/ 1349647 w 3287205"/>
              <a:gd name="connsiteY1" fmla="*/ 1225856 h 3009411"/>
              <a:gd name="connsiteX2" fmla="*/ 1643602 w 3287205"/>
              <a:gd name="connsiteY2" fmla="*/ 0 h 3009411"/>
              <a:gd name="connsiteX3" fmla="*/ 2007006 w 3287205"/>
              <a:gd name="connsiteY3" fmla="*/ 1052235 h 3009411"/>
              <a:gd name="connsiteX4" fmla="*/ 3287205 w 3287205"/>
              <a:gd name="connsiteY4" fmla="*/ 1677261 h 3009411"/>
              <a:gd name="connsiteX5" fmla="*/ 2034834 w 3287205"/>
              <a:gd name="connsiteY5" fmla="*/ 1702537 h 3009411"/>
              <a:gd name="connsiteX6" fmla="*/ 1726921 w 3287205"/>
              <a:gd name="connsiteY6" fmla="*/ 3009411 h 3009411"/>
              <a:gd name="connsiteX7" fmla="*/ 1710754 w 3287205"/>
              <a:gd name="connsiteY7" fmla="*/ 3009411 h 3009411"/>
              <a:gd name="connsiteX8" fmla="*/ 1344969 w 3287205"/>
              <a:gd name="connsiteY8" fmla="*/ 1737261 h 3009411"/>
              <a:gd name="connsiteX9" fmla="*/ 0 w 3287205"/>
              <a:gd name="connsiteY9" fmla="*/ 1688835 h 3009411"/>
              <a:gd name="connsiteX0" fmla="*/ 0 w 3287205"/>
              <a:gd name="connsiteY0" fmla="*/ 1688835 h 3009411"/>
              <a:gd name="connsiteX1" fmla="*/ 1349647 w 3287205"/>
              <a:gd name="connsiteY1" fmla="*/ 1225856 h 3009411"/>
              <a:gd name="connsiteX2" fmla="*/ 1643602 w 3287205"/>
              <a:gd name="connsiteY2" fmla="*/ 0 h 3009411"/>
              <a:gd name="connsiteX3" fmla="*/ 1949133 w 3287205"/>
              <a:gd name="connsiteY3" fmla="*/ 1283729 h 3009411"/>
              <a:gd name="connsiteX4" fmla="*/ 3287205 w 3287205"/>
              <a:gd name="connsiteY4" fmla="*/ 1677261 h 3009411"/>
              <a:gd name="connsiteX5" fmla="*/ 2034834 w 3287205"/>
              <a:gd name="connsiteY5" fmla="*/ 1702537 h 3009411"/>
              <a:gd name="connsiteX6" fmla="*/ 1726921 w 3287205"/>
              <a:gd name="connsiteY6" fmla="*/ 3009411 h 3009411"/>
              <a:gd name="connsiteX7" fmla="*/ 1710754 w 3287205"/>
              <a:gd name="connsiteY7" fmla="*/ 3009411 h 3009411"/>
              <a:gd name="connsiteX8" fmla="*/ 1344969 w 3287205"/>
              <a:gd name="connsiteY8" fmla="*/ 1737261 h 3009411"/>
              <a:gd name="connsiteX9" fmla="*/ 0 w 3287205"/>
              <a:gd name="connsiteY9" fmla="*/ 1688835 h 3009411"/>
              <a:gd name="connsiteX0" fmla="*/ 0 w 3287205"/>
              <a:gd name="connsiteY0" fmla="*/ 1688835 h 3009411"/>
              <a:gd name="connsiteX1" fmla="*/ 1349647 w 3287205"/>
              <a:gd name="connsiteY1" fmla="*/ 1225856 h 3009411"/>
              <a:gd name="connsiteX2" fmla="*/ 1643602 w 3287205"/>
              <a:gd name="connsiteY2" fmla="*/ 0 h 3009411"/>
              <a:gd name="connsiteX3" fmla="*/ 1949133 w 3287205"/>
              <a:gd name="connsiteY3" fmla="*/ 1283729 h 3009411"/>
              <a:gd name="connsiteX4" fmla="*/ 3287205 w 3287205"/>
              <a:gd name="connsiteY4" fmla="*/ 1677261 h 3009411"/>
              <a:gd name="connsiteX5" fmla="*/ 2034834 w 3287205"/>
              <a:gd name="connsiteY5" fmla="*/ 1702537 h 3009411"/>
              <a:gd name="connsiteX6" fmla="*/ 1726921 w 3287205"/>
              <a:gd name="connsiteY6" fmla="*/ 3009411 h 3009411"/>
              <a:gd name="connsiteX7" fmla="*/ 1710754 w 3287205"/>
              <a:gd name="connsiteY7" fmla="*/ 3009411 h 3009411"/>
              <a:gd name="connsiteX8" fmla="*/ 1252372 w 3287205"/>
              <a:gd name="connsiteY8" fmla="*/ 1957180 h 3009411"/>
              <a:gd name="connsiteX9" fmla="*/ 0 w 3287205"/>
              <a:gd name="connsiteY9" fmla="*/ 1688835 h 3009411"/>
              <a:gd name="connsiteX0" fmla="*/ 0 w 3287205"/>
              <a:gd name="connsiteY0" fmla="*/ 1688835 h 3009411"/>
              <a:gd name="connsiteX1" fmla="*/ 1349647 w 3287205"/>
              <a:gd name="connsiteY1" fmla="*/ 1225856 h 3009411"/>
              <a:gd name="connsiteX2" fmla="*/ 1643602 w 3287205"/>
              <a:gd name="connsiteY2" fmla="*/ 0 h 3009411"/>
              <a:gd name="connsiteX3" fmla="*/ 1949133 w 3287205"/>
              <a:gd name="connsiteY3" fmla="*/ 1283729 h 3009411"/>
              <a:gd name="connsiteX4" fmla="*/ 3287205 w 3287205"/>
              <a:gd name="connsiteY4" fmla="*/ 1677261 h 3009411"/>
              <a:gd name="connsiteX5" fmla="*/ 2173730 w 3287205"/>
              <a:gd name="connsiteY5" fmla="*/ 1922456 h 3009411"/>
              <a:gd name="connsiteX6" fmla="*/ 1726921 w 3287205"/>
              <a:gd name="connsiteY6" fmla="*/ 3009411 h 3009411"/>
              <a:gd name="connsiteX7" fmla="*/ 1710754 w 3287205"/>
              <a:gd name="connsiteY7" fmla="*/ 3009411 h 3009411"/>
              <a:gd name="connsiteX8" fmla="*/ 1252372 w 3287205"/>
              <a:gd name="connsiteY8" fmla="*/ 1957180 h 3009411"/>
              <a:gd name="connsiteX9" fmla="*/ 0 w 3287205"/>
              <a:gd name="connsiteY9" fmla="*/ 1688835 h 3009411"/>
              <a:gd name="connsiteX0" fmla="*/ 0 w 3287205"/>
              <a:gd name="connsiteY0" fmla="*/ 1688835 h 3009411"/>
              <a:gd name="connsiteX1" fmla="*/ 1349647 w 3287205"/>
              <a:gd name="connsiteY1" fmla="*/ 1225856 h 3009411"/>
              <a:gd name="connsiteX2" fmla="*/ 1643602 w 3287205"/>
              <a:gd name="connsiteY2" fmla="*/ 0 h 3009411"/>
              <a:gd name="connsiteX3" fmla="*/ 2192201 w 3287205"/>
              <a:gd name="connsiteY3" fmla="*/ 1075385 h 3009411"/>
              <a:gd name="connsiteX4" fmla="*/ 3287205 w 3287205"/>
              <a:gd name="connsiteY4" fmla="*/ 1677261 h 3009411"/>
              <a:gd name="connsiteX5" fmla="*/ 2173730 w 3287205"/>
              <a:gd name="connsiteY5" fmla="*/ 1922456 h 3009411"/>
              <a:gd name="connsiteX6" fmla="*/ 1726921 w 3287205"/>
              <a:gd name="connsiteY6" fmla="*/ 3009411 h 3009411"/>
              <a:gd name="connsiteX7" fmla="*/ 1710754 w 3287205"/>
              <a:gd name="connsiteY7" fmla="*/ 3009411 h 3009411"/>
              <a:gd name="connsiteX8" fmla="*/ 1252372 w 3287205"/>
              <a:gd name="connsiteY8" fmla="*/ 1957180 h 3009411"/>
              <a:gd name="connsiteX9" fmla="*/ 0 w 3287205"/>
              <a:gd name="connsiteY9" fmla="*/ 1688835 h 3009411"/>
              <a:gd name="connsiteX0" fmla="*/ 0 w 3287205"/>
              <a:gd name="connsiteY0" fmla="*/ 1688835 h 3009411"/>
              <a:gd name="connsiteX1" fmla="*/ 1268624 w 3287205"/>
              <a:gd name="connsiteY1" fmla="*/ 1086959 h 3009411"/>
              <a:gd name="connsiteX2" fmla="*/ 1643602 w 3287205"/>
              <a:gd name="connsiteY2" fmla="*/ 0 h 3009411"/>
              <a:gd name="connsiteX3" fmla="*/ 2192201 w 3287205"/>
              <a:gd name="connsiteY3" fmla="*/ 1075385 h 3009411"/>
              <a:gd name="connsiteX4" fmla="*/ 3287205 w 3287205"/>
              <a:gd name="connsiteY4" fmla="*/ 1677261 h 3009411"/>
              <a:gd name="connsiteX5" fmla="*/ 2173730 w 3287205"/>
              <a:gd name="connsiteY5" fmla="*/ 1922456 h 3009411"/>
              <a:gd name="connsiteX6" fmla="*/ 1726921 w 3287205"/>
              <a:gd name="connsiteY6" fmla="*/ 3009411 h 3009411"/>
              <a:gd name="connsiteX7" fmla="*/ 1710754 w 3287205"/>
              <a:gd name="connsiteY7" fmla="*/ 3009411 h 3009411"/>
              <a:gd name="connsiteX8" fmla="*/ 1252372 w 3287205"/>
              <a:gd name="connsiteY8" fmla="*/ 1957180 h 3009411"/>
              <a:gd name="connsiteX9" fmla="*/ 0 w 3287205"/>
              <a:gd name="connsiteY9" fmla="*/ 1688835 h 3009411"/>
              <a:gd name="connsiteX0" fmla="*/ 0 w 3090435"/>
              <a:gd name="connsiteY0" fmla="*/ 1688835 h 3009411"/>
              <a:gd name="connsiteX1" fmla="*/ 1268624 w 3090435"/>
              <a:gd name="connsiteY1" fmla="*/ 1086959 h 3009411"/>
              <a:gd name="connsiteX2" fmla="*/ 1643602 w 3090435"/>
              <a:gd name="connsiteY2" fmla="*/ 0 h 3009411"/>
              <a:gd name="connsiteX3" fmla="*/ 2192201 w 3090435"/>
              <a:gd name="connsiteY3" fmla="*/ 1075385 h 3009411"/>
              <a:gd name="connsiteX4" fmla="*/ 3090435 w 3090435"/>
              <a:gd name="connsiteY4" fmla="*/ 1665687 h 3009411"/>
              <a:gd name="connsiteX5" fmla="*/ 2173730 w 3090435"/>
              <a:gd name="connsiteY5" fmla="*/ 1922456 h 3009411"/>
              <a:gd name="connsiteX6" fmla="*/ 1726921 w 3090435"/>
              <a:gd name="connsiteY6" fmla="*/ 3009411 h 3009411"/>
              <a:gd name="connsiteX7" fmla="*/ 1710754 w 3090435"/>
              <a:gd name="connsiteY7" fmla="*/ 3009411 h 3009411"/>
              <a:gd name="connsiteX8" fmla="*/ 1252372 w 3090435"/>
              <a:gd name="connsiteY8" fmla="*/ 1957180 h 3009411"/>
              <a:gd name="connsiteX9" fmla="*/ 0 w 3090435"/>
              <a:gd name="connsiteY9" fmla="*/ 1688835 h 3009411"/>
              <a:gd name="connsiteX0" fmla="*/ 0 w 2731619"/>
              <a:gd name="connsiteY0" fmla="*/ 1700410 h 3009411"/>
              <a:gd name="connsiteX1" fmla="*/ 909808 w 2731619"/>
              <a:gd name="connsiteY1" fmla="*/ 1086959 h 3009411"/>
              <a:gd name="connsiteX2" fmla="*/ 1284786 w 2731619"/>
              <a:gd name="connsiteY2" fmla="*/ 0 h 3009411"/>
              <a:gd name="connsiteX3" fmla="*/ 1833385 w 2731619"/>
              <a:gd name="connsiteY3" fmla="*/ 1075385 h 3009411"/>
              <a:gd name="connsiteX4" fmla="*/ 2731619 w 2731619"/>
              <a:gd name="connsiteY4" fmla="*/ 1665687 h 3009411"/>
              <a:gd name="connsiteX5" fmla="*/ 1814914 w 2731619"/>
              <a:gd name="connsiteY5" fmla="*/ 1922456 h 3009411"/>
              <a:gd name="connsiteX6" fmla="*/ 1368105 w 2731619"/>
              <a:gd name="connsiteY6" fmla="*/ 3009411 h 3009411"/>
              <a:gd name="connsiteX7" fmla="*/ 1351938 w 2731619"/>
              <a:gd name="connsiteY7" fmla="*/ 3009411 h 3009411"/>
              <a:gd name="connsiteX8" fmla="*/ 893556 w 2731619"/>
              <a:gd name="connsiteY8" fmla="*/ 1957180 h 3009411"/>
              <a:gd name="connsiteX9" fmla="*/ 0 w 2731619"/>
              <a:gd name="connsiteY9" fmla="*/ 1700410 h 3009411"/>
              <a:gd name="connsiteX0" fmla="*/ 0 w 2743194"/>
              <a:gd name="connsiteY0" fmla="*/ 1538365 h 3009411"/>
              <a:gd name="connsiteX1" fmla="*/ 921383 w 2743194"/>
              <a:gd name="connsiteY1" fmla="*/ 1086959 h 3009411"/>
              <a:gd name="connsiteX2" fmla="*/ 1296361 w 2743194"/>
              <a:gd name="connsiteY2" fmla="*/ 0 h 3009411"/>
              <a:gd name="connsiteX3" fmla="*/ 1844960 w 2743194"/>
              <a:gd name="connsiteY3" fmla="*/ 1075385 h 3009411"/>
              <a:gd name="connsiteX4" fmla="*/ 2743194 w 2743194"/>
              <a:gd name="connsiteY4" fmla="*/ 1665687 h 3009411"/>
              <a:gd name="connsiteX5" fmla="*/ 1826489 w 2743194"/>
              <a:gd name="connsiteY5" fmla="*/ 1922456 h 3009411"/>
              <a:gd name="connsiteX6" fmla="*/ 1379680 w 2743194"/>
              <a:gd name="connsiteY6" fmla="*/ 3009411 h 3009411"/>
              <a:gd name="connsiteX7" fmla="*/ 1363513 w 2743194"/>
              <a:gd name="connsiteY7" fmla="*/ 3009411 h 3009411"/>
              <a:gd name="connsiteX8" fmla="*/ 905131 w 2743194"/>
              <a:gd name="connsiteY8" fmla="*/ 1957180 h 3009411"/>
              <a:gd name="connsiteX9" fmla="*/ 0 w 2743194"/>
              <a:gd name="connsiteY9" fmla="*/ 1538365 h 3009411"/>
              <a:gd name="connsiteX0" fmla="*/ 0 w 2777918"/>
              <a:gd name="connsiteY0" fmla="*/ 1538365 h 3009411"/>
              <a:gd name="connsiteX1" fmla="*/ 921383 w 2777918"/>
              <a:gd name="connsiteY1" fmla="*/ 1086959 h 3009411"/>
              <a:gd name="connsiteX2" fmla="*/ 1296361 w 2777918"/>
              <a:gd name="connsiteY2" fmla="*/ 0 h 3009411"/>
              <a:gd name="connsiteX3" fmla="*/ 1844960 w 2777918"/>
              <a:gd name="connsiteY3" fmla="*/ 1075385 h 3009411"/>
              <a:gd name="connsiteX4" fmla="*/ 2777918 w 2777918"/>
              <a:gd name="connsiteY4" fmla="*/ 1526791 h 3009411"/>
              <a:gd name="connsiteX5" fmla="*/ 1826489 w 2777918"/>
              <a:gd name="connsiteY5" fmla="*/ 1922456 h 3009411"/>
              <a:gd name="connsiteX6" fmla="*/ 1379680 w 2777918"/>
              <a:gd name="connsiteY6" fmla="*/ 3009411 h 3009411"/>
              <a:gd name="connsiteX7" fmla="*/ 1363513 w 2777918"/>
              <a:gd name="connsiteY7" fmla="*/ 3009411 h 3009411"/>
              <a:gd name="connsiteX8" fmla="*/ 905131 w 2777918"/>
              <a:gd name="connsiteY8" fmla="*/ 1957180 h 3009411"/>
              <a:gd name="connsiteX9" fmla="*/ 0 w 2777918"/>
              <a:gd name="connsiteY9" fmla="*/ 1538365 h 3009411"/>
              <a:gd name="connsiteX0" fmla="*/ 0 w 2777918"/>
              <a:gd name="connsiteY0" fmla="*/ 1387894 h 2858940"/>
              <a:gd name="connsiteX1" fmla="*/ 921383 w 2777918"/>
              <a:gd name="connsiteY1" fmla="*/ 936488 h 2858940"/>
              <a:gd name="connsiteX2" fmla="*/ 1365809 w 2777918"/>
              <a:gd name="connsiteY2" fmla="*/ 0 h 2858940"/>
              <a:gd name="connsiteX3" fmla="*/ 1844960 w 2777918"/>
              <a:gd name="connsiteY3" fmla="*/ 924914 h 2858940"/>
              <a:gd name="connsiteX4" fmla="*/ 2777918 w 2777918"/>
              <a:gd name="connsiteY4" fmla="*/ 1376320 h 2858940"/>
              <a:gd name="connsiteX5" fmla="*/ 1826489 w 2777918"/>
              <a:gd name="connsiteY5" fmla="*/ 1771985 h 2858940"/>
              <a:gd name="connsiteX6" fmla="*/ 1379680 w 2777918"/>
              <a:gd name="connsiteY6" fmla="*/ 2858940 h 2858940"/>
              <a:gd name="connsiteX7" fmla="*/ 1363513 w 2777918"/>
              <a:gd name="connsiteY7" fmla="*/ 2858940 h 2858940"/>
              <a:gd name="connsiteX8" fmla="*/ 905131 w 2777918"/>
              <a:gd name="connsiteY8" fmla="*/ 1806709 h 2858940"/>
              <a:gd name="connsiteX9" fmla="*/ 0 w 2777918"/>
              <a:gd name="connsiteY9" fmla="*/ 1387894 h 2858940"/>
              <a:gd name="connsiteX0" fmla="*/ 0 w 2777918"/>
              <a:gd name="connsiteY0" fmla="*/ 1387894 h 2858940"/>
              <a:gd name="connsiteX1" fmla="*/ 921383 w 2777918"/>
              <a:gd name="connsiteY1" fmla="*/ 936488 h 2858940"/>
              <a:gd name="connsiteX2" fmla="*/ 1365809 w 2777918"/>
              <a:gd name="connsiteY2" fmla="*/ 0 h 2858940"/>
              <a:gd name="connsiteX3" fmla="*/ 1844960 w 2777918"/>
              <a:gd name="connsiteY3" fmla="*/ 924914 h 2858940"/>
              <a:gd name="connsiteX4" fmla="*/ 2777918 w 2777918"/>
              <a:gd name="connsiteY4" fmla="*/ 1376320 h 2858940"/>
              <a:gd name="connsiteX5" fmla="*/ 1826489 w 2777918"/>
              <a:gd name="connsiteY5" fmla="*/ 1771985 h 2858940"/>
              <a:gd name="connsiteX6" fmla="*/ 1379680 w 2777918"/>
              <a:gd name="connsiteY6" fmla="*/ 2858940 h 2858940"/>
              <a:gd name="connsiteX7" fmla="*/ 1409812 w 2777918"/>
              <a:gd name="connsiteY7" fmla="*/ 2754768 h 2858940"/>
              <a:gd name="connsiteX8" fmla="*/ 905131 w 2777918"/>
              <a:gd name="connsiteY8" fmla="*/ 1806709 h 2858940"/>
              <a:gd name="connsiteX9" fmla="*/ 0 w 2777918"/>
              <a:gd name="connsiteY9" fmla="*/ 1387894 h 2858940"/>
              <a:gd name="connsiteX0" fmla="*/ 0 w 2777918"/>
              <a:gd name="connsiteY0" fmla="*/ 1387894 h 2754768"/>
              <a:gd name="connsiteX1" fmla="*/ 921383 w 2777918"/>
              <a:gd name="connsiteY1" fmla="*/ 936488 h 2754768"/>
              <a:gd name="connsiteX2" fmla="*/ 1365809 w 2777918"/>
              <a:gd name="connsiteY2" fmla="*/ 0 h 2754768"/>
              <a:gd name="connsiteX3" fmla="*/ 1844960 w 2777918"/>
              <a:gd name="connsiteY3" fmla="*/ 924914 h 2754768"/>
              <a:gd name="connsiteX4" fmla="*/ 2777918 w 2777918"/>
              <a:gd name="connsiteY4" fmla="*/ 1376320 h 2754768"/>
              <a:gd name="connsiteX5" fmla="*/ 1826489 w 2777918"/>
              <a:gd name="connsiteY5" fmla="*/ 1771985 h 2754768"/>
              <a:gd name="connsiteX6" fmla="*/ 1409812 w 2777918"/>
              <a:gd name="connsiteY6" fmla="*/ 2754768 h 2754768"/>
              <a:gd name="connsiteX7" fmla="*/ 905131 w 2777918"/>
              <a:gd name="connsiteY7" fmla="*/ 1806709 h 2754768"/>
              <a:gd name="connsiteX8" fmla="*/ 0 w 2777918"/>
              <a:gd name="connsiteY8" fmla="*/ 1387894 h 2754768"/>
              <a:gd name="connsiteX0" fmla="*/ 0 w 2777918"/>
              <a:gd name="connsiteY0" fmla="*/ 1387894 h 2754768"/>
              <a:gd name="connsiteX1" fmla="*/ 921383 w 2777918"/>
              <a:gd name="connsiteY1" fmla="*/ 936488 h 2754768"/>
              <a:gd name="connsiteX2" fmla="*/ 1365809 w 2777918"/>
              <a:gd name="connsiteY2" fmla="*/ 0 h 2754768"/>
              <a:gd name="connsiteX3" fmla="*/ 1844960 w 2777918"/>
              <a:gd name="connsiteY3" fmla="*/ 924914 h 2754768"/>
              <a:gd name="connsiteX4" fmla="*/ 2777918 w 2777918"/>
              <a:gd name="connsiteY4" fmla="*/ 1376320 h 2754768"/>
              <a:gd name="connsiteX5" fmla="*/ 1826489 w 2777918"/>
              <a:gd name="connsiteY5" fmla="*/ 1771985 h 2754768"/>
              <a:gd name="connsiteX6" fmla="*/ 1409812 w 2777918"/>
              <a:gd name="connsiteY6" fmla="*/ 2754768 h 2754768"/>
              <a:gd name="connsiteX7" fmla="*/ 939855 w 2777918"/>
              <a:gd name="connsiteY7" fmla="*/ 1528916 h 2754768"/>
              <a:gd name="connsiteX8" fmla="*/ 0 w 2777918"/>
              <a:gd name="connsiteY8" fmla="*/ 1387894 h 2754768"/>
              <a:gd name="connsiteX0" fmla="*/ 0 w 2777918"/>
              <a:gd name="connsiteY0" fmla="*/ 1387894 h 2754768"/>
              <a:gd name="connsiteX1" fmla="*/ 921383 w 2777918"/>
              <a:gd name="connsiteY1" fmla="*/ 936488 h 2754768"/>
              <a:gd name="connsiteX2" fmla="*/ 1365809 w 2777918"/>
              <a:gd name="connsiteY2" fmla="*/ 0 h 2754768"/>
              <a:gd name="connsiteX3" fmla="*/ 1844960 w 2777918"/>
              <a:gd name="connsiteY3" fmla="*/ 924914 h 2754768"/>
              <a:gd name="connsiteX4" fmla="*/ 2777918 w 2777918"/>
              <a:gd name="connsiteY4" fmla="*/ 1376320 h 2754768"/>
              <a:gd name="connsiteX5" fmla="*/ 1791765 w 2777918"/>
              <a:gd name="connsiteY5" fmla="*/ 1494192 h 2754768"/>
              <a:gd name="connsiteX6" fmla="*/ 1409812 w 2777918"/>
              <a:gd name="connsiteY6" fmla="*/ 2754768 h 2754768"/>
              <a:gd name="connsiteX7" fmla="*/ 939855 w 2777918"/>
              <a:gd name="connsiteY7" fmla="*/ 1528916 h 2754768"/>
              <a:gd name="connsiteX8" fmla="*/ 0 w 2777918"/>
              <a:gd name="connsiteY8" fmla="*/ 1387894 h 2754768"/>
              <a:gd name="connsiteX0" fmla="*/ 0 w 2777918"/>
              <a:gd name="connsiteY0" fmla="*/ 1387894 h 2754768"/>
              <a:gd name="connsiteX1" fmla="*/ 921383 w 2777918"/>
              <a:gd name="connsiteY1" fmla="*/ 936488 h 2754768"/>
              <a:gd name="connsiteX2" fmla="*/ 1365809 w 2777918"/>
              <a:gd name="connsiteY2" fmla="*/ 0 h 2754768"/>
              <a:gd name="connsiteX3" fmla="*/ 1844960 w 2777918"/>
              <a:gd name="connsiteY3" fmla="*/ 924914 h 2754768"/>
              <a:gd name="connsiteX4" fmla="*/ 2777918 w 2777918"/>
              <a:gd name="connsiteY4" fmla="*/ 1376320 h 2754768"/>
              <a:gd name="connsiteX5" fmla="*/ 1791765 w 2777918"/>
              <a:gd name="connsiteY5" fmla="*/ 1494192 h 2754768"/>
              <a:gd name="connsiteX6" fmla="*/ 1409812 w 2777918"/>
              <a:gd name="connsiteY6" fmla="*/ 2754768 h 2754768"/>
              <a:gd name="connsiteX7" fmla="*/ 939855 w 2777918"/>
              <a:gd name="connsiteY7" fmla="*/ 1528916 h 2754768"/>
              <a:gd name="connsiteX8" fmla="*/ 0 w 2777918"/>
              <a:gd name="connsiteY8" fmla="*/ 1387894 h 2754768"/>
              <a:gd name="connsiteX0" fmla="*/ 0 w 2777918"/>
              <a:gd name="connsiteY0" fmla="*/ 1387894 h 2754768"/>
              <a:gd name="connsiteX1" fmla="*/ 921383 w 2777918"/>
              <a:gd name="connsiteY1" fmla="*/ 936488 h 2754768"/>
              <a:gd name="connsiteX2" fmla="*/ 1365809 w 2777918"/>
              <a:gd name="connsiteY2" fmla="*/ 0 h 2754768"/>
              <a:gd name="connsiteX3" fmla="*/ 1844960 w 2777918"/>
              <a:gd name="connsiteY3" fmla="*/ 924914 h 2754768"/>
              <a:gd name="connsiteX4" fmla="*/ 2777918 w 2777918"/>
              <a:gd name="connsiteY4" fmla="*/ 1376320 h 2754768"/>
              <a:gd name="connsiteX5" fmla="*/ 1791765 w 2777918"/>
              <a:gd name="connsiteY5" fmla="*/ 1494192 h 2754768"/>
              <a:gd name="connsiteX6" fmla="*/ 1409812 w 2777918"/>
              <a:gd name="connsiteY6" fmla="*/ 2754768 h 2754768"/>
              <a:gd name="connsiteX7" fmla="*/ 939855 w 2777918"/>
              <a:gd name="connsiteY7" fmla="*/ 1528916 h 2754768"/>
              <a:gd name="connsiteX8" fmla="*/ 0 w 2777918"/>
              <a:gd name="connsiteY8" fmla="*/ 1387894 h 2754768"/>
              <a:gd name="connsiteX0" fmla="*/ 0 w 2777918"/>
              <a:gd name="connsiteY0" fmla="*/ 1387894 h 2754768"/>
              <a:gd name="connsiteX1" fmla="*/ 921383 w 2777918"/>
              <a:gd name="connsiteY1" fmla="*/ 936488 h 2754768"/>
              <a:gd name="connsiteX2" fmla="*/ 1365809 w 2777918"/>
              <a:gd name="connsiteY2" fmla="*/ 0 h 2754768"/>
              <a:gd name="connsiteX3" fmla="*/ 1844960 w 2777918"/>
              <a:gd name="connsiteY3" fmla="*/ 924914 h 2754768"/>
              <a:gd name="connsiteX4" fmla="*/ 2777918 w 2777918"/>
              <a:gd name="connsiteY4" fmla="*/ 1376320 h 2754768"/>
              <a:gd name="connsiteX5" fmla="*/ 1791765 w 2777918"/>
              <a:gd name="connsiteY5" fmla="*/ 1494192 h 2754768"/>
              <a:gd name="connsiteX6" fmla="*/ 1409812 w 2777918"/>
              <a:gd name="connsiteY6" fmla="*/ 2754768 h 2754768"/>
              <a:gd name="connsiteX7" fmla="*/ 939855 w 2777918"/>
              <a:gd name="connsiteY7" fmla="*/ 1528916 h 2754768"/>
              <a:gd name="connsiteX8" fmla="*/ 0 w 2777918"/>
              <a:gd name="connsiteY8" fmla="*/ 1387894 h 2754768"/>
              <a:gd name="connsiteX0" fmla="*/ 0 w 2777918"/>
              <a:gd name="connsiteY0" fmla="*/ 1387894 h 2754768"/>
              <a:gd name="connsiteX1" fmla="*/ 921383 w 2777918"/>
              <a:gd name="connsiteY1" fmla="*/ 936488 h 2754768"/>
              <a:gd name="connsiteX2" fmla="*/ 1365809 w 2777918"/>
              <a:gd name="connsiteY2" fmla="*/ 0 h 2754768"/>
              <a:gd name="connsiteX3" fmla="*/ 1844960 w 2777918"/>
              <a:gd name="connsiteY3" fmla="*/ 924914 h 2754768"/>
              <a:gd name="connsiteX4" fmla="*/ 2777918 w 2777918"/>
              <a:gd name="connsiteY4" fmla="*/ 1376320 h 2754768"/>
              <a:gd name="connsiteX5" fmla="*/ 1791765 w 2777918"/>
              <a:gd name="connsiteY5" fmla="*/ 1494192 h 2754768"/>
              <a:gd name="connsiteX6" fmla="*/ 1409812 w 2777918"/>
              <a:gd name="connsiteY6" fmla="*/ 2754768 h 2754768"/>
              <a:gd name="connsiteX7" fmla="*/ 939855 w 2777918"/>
              <a:gd name="connsiteY7" fmla="*/ 1528916 h 2754768"/>
              <a:gd name="connsiteX8" fmla="*/ 0 w 2777918"/>
              <a:gd name="connsiteY8" fmla="*/ 1387894 h 2754768"/>
              <a:gd name="connsiteX0" fmla="*/ 0 w 2696895"/>
              <a:gd name="connsiteY0" fmla="*/ 1387894 h 2754768"/>
              <a:gd name="connsiteX1" fmla="*/ 921383 w 2696895"/>
              <a:gd name="connsiteY1" fmla="*/ 936488 h 2754768"/>
              <a:gd name="connsiteX2" fmla="*/ 1365809 w 2696895"/>
              <a:gd name="connsiteY2" fmla="*/ 0 h 2754768"/>
              <a:gd name="connsiteX3" fmla="*/ 1844960 w 2696895"/>
              <a:gd name="connsiteY3" fmla="*/ 924914 h 2754768"/>
              <a:gd name="connsiteX4" fmla="*/ 2696895 w 2696895"/>
              <a:gd name="connsiteY4" fmla="*/ 1515216 h 2754768"/>
              <a:gd name="connsiteX5" fmla="*/ 1791765 w 2696895"/>
              <a:gd name="connsiteY5" fmla="*/ 1494192 h 2754768"/>
              <a:gd name="connsiteX6" fmla="*/ 1409812 w 2696895"/>
              <a:gd name="connsiteY6" fmla="*/ 2754768 h 2754768"/>
              <a:gd name="connsiteX7" fmla="*/ 939855 w 2696895"/>
              <a:gd name="connsiteY7" fmla="*/ 1528916 h 2754768"/>
              <a:gd name="connsiteX8" fmla="*/ 0 w 2696895"/>
              <a:gd name="connsiteY8" fmla="*/ 1387894 h 2754768"/>
              <a:gd name="connsiteX0" fmla="*/ 0 w 2685321"/>
              <a:gd name="connsiteY0" fmla="*/ 1561514 h 2754768"/>
              <a:gd name="connsiteX1" fmla="*/ 909809 w 2685321"/>
              <a:gd name="connsiteY1" fmla="*/ 936488 h 2754768"/>
              <a:gd name="connsiteX2" fmla="*/ 1354235 w 2685321"/>
              <a:gd name="connsiteY2" fmla="*/ 0 h 2754768"/>
              <a:gd name="connsiteX3" fmla="*/ 1833386 w 2685321"/>
              <a:gd name="connsiteY3" fmla="*/ 924914 h 2754768"/>
              <a:gd name="connsiteX4" fmla="*/ 2685321 w 2685321"/>
              <a:gd name="connsiteY4" fmla="*/ 1515216 h 2754768"/>
              <a:gd name="connsiteX5" fmla="*/ 1780191 w 2685321"/>
              <a:gd name="connsiteY5" fmla="*/ 1494192 h 2754768"/>
              <a:gd name="connsiteX6" fmla="*/ 1398238 w 2685321"/>
              <a:gd name="connsiteY6" fmla="*/ 2754768 h 2754768"/>
              <a:gd name="connsiteX7" fmla="*/ 928281 w 2685321"/>
              <a:gd name="connsiteY7" fmla="*/ 1528916 h 2754768"/>
              <a:gd name="connsiteX8" fmla="*/ 0 w 2685321"/>
              <a:gd name="connsiteY8" fmla="*/ 1561514 h 2754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85321" h="2754768">
                <a:moveTo>
                  <a:pt x="0" y="1561514"/>
                </a:moveTo>
                <a:lnTo>
                  <a:pt x="909809" y="936488"/>
                </a:lnTo>
                <a:cubicBezTo>
                  <a:pt x="1057951" y="624325"/>
                  <a:pt x="951450" y="184841"/>
                  <a:pt x="1354235" y="0"/>
                </a:cubicBezTo>
                <a:cubicBezTo>
                  <a:pt x="1699147" y="238857"/>
                  <a:pt x="1673669" y="616609"/>
                  <a:pt x="1833386" y="924914"/>
                </a:cubicBezTo>
                <a:lnTo>
                  <a:pt x="2685321" y="1515216"/>
                </a:lnTo>
                <a:lnTo>
                  <a:pt x="1780191" y="1494192"/>
                </a:lnTo>
                <a:cubicBezTo>
                  <a:pt x="1652873" y="1914384"/>
                  <a:pt x="1803348" y="2346150"/>
                  <a:pt x="1398238" y="2754768"/>
                </a:cubicBezTo>
                <a:cubicBezTo>
                  <a:pt x="952219" y="2346151"/>
                  <a:pt x="1084933" y="1937533"/>
                  <a:pt x="928281" y="1528916"/>
                </a:cubicBezTo>
                <a:lnTo>
                  <a:pt x="0" y="156151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Tutorial</a:t>
            </a:r>
          </a:p>
          <a:p>
            <a:pPr algn="ctr"/>
            <a:r>
              <a:rPr lang="en-US" dirty="0"/>
              <a:t>Normal/Lead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CDBB5-D001-2985-4CD5-170E92E71890}"/>
              </a:ext>
            </a:extLst>
          </p:cNvPr>
          <p:cNvSpPr/>
          <p:nvPr/>
        </p:nvSpPr>
        <p:spPr>
          <a:xfrm>
            <a:off x="6991113" y="3692332"/>
            <a:ext cx="4064639" cy="17014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Suburb Day</a:t>
            </a:r>
          </a:p>
          <a:p>
            <a:pPr algn="ctr"/>
            <a:r>
              <a:rPr lang="en-US" dirty="0"/>
              <a:t>Helium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62E2E-88BF-392E-4618-6676D90B4965}"/>
              </a:ext>
            </a:extLst>
          </p:cNvPr>
          <p:cNvSpPr/>
          <p:nvPr/>
        </p:nvSpPr>
        <p:spPr>
          <a:xfrm>
            <a:off x="698344" y="2592731"/>
            <a:ext cx="2696896" cy="280107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Hideout Day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1A2166-60DD-D57B-250B-48DE4952158A}"/>
              </a:ext>
            </a:extLst>
          </p:cNvPr>
          <p:cNvSpPr/>
          <p:nvPr/>
        </p:nvSpPr>
        <p:spPr>
          <a:xfrm>
            <a:off x="3391382" y="3692332"/>
            <a:ext cx="3599731" cy="170147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Hangar Day</a:t>
            </a:r>
          </a:p>
        </p:txBody>
      </p:sp>
    </p:spTree>
    <p:extLst>
      <p:ext uri="{BB962C8B-B14F-4D97-AF65-F5344CB8AC3E}">
        <p14:creationId xmlns:p14="http://schemas.microsoft.com/office/powerpoint/2010/main" val="112758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Brandon</dc:creator>
  <cp:lastModifiedBy>Stephen Brandon</cp:lastModifiedBy>
  <cp:revision>1</cp:revision>
  <dcterms:created xsi:type="dcterms:W3CDTF">2025-10-25T22:37:23Z</dcterms:created>
  <dcterms:modified xsi:type="dcterms:W3CDTF">2025-10-25T23:04:57Z</dcterms:modified>
</cp:coreProperties>
</file>